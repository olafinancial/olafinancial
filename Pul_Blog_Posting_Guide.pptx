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 PLANNING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Add a Blog Post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visual guide for non-technical users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only your web browser — no apps to install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00C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blog:  pul.llc/blog.html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 Planning  ·  pul.llc/blog.html  ·  No coding required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only need a browser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install. Sign in to GitHub and follow the clicks.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11F3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2651760" cy="109728"/>
          </a:xfrm>
          <a:prstGeom prst="roundRect">
            <a:avLst>
              <a:gd name="adj" fmla="val 16667"/>
            </a:avLst>
          </a:prstGeom>
          <a:solidFill>
            <a:srgbClr val="00C89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Web browser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Chrome, Edge, Safari, or Firefox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11F38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554480"/>
            <a:ext cx="2651760" cy="109728"/>
          </a:xfrm>
          <a:prstGeom prst="roundRect">
            <a:avLst>
              <a:gd name="adj" fmla="val 16667"/>
            </a:avLst>
          </a:prstGeom>
          <a:solidFill>
            <a:srgbClr val="0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011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GitHub access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that can edit the Pul repo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11F38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554480"/>
            <a:ext cx="2651760" cy="109728"/>
          </a:xfrm>
          <a:prstGeom prst="roundRect">
            <a:avLst>
              <a:gd name="adj" fmla="val 16667"/>
            </a:avLst>
          </a:prstGeom>
          <a:solidFill>
            <a:srgbClr val="00C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011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Your article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summary, and a few paragraphs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 Planning  ·  pul.llc/blog.html  ·  No coding required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post = two pieces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writing a letter, then adding it to the table of contents.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40480" cy="2743200"/>
          </a:xfrm>
          <a:prstGeom prst="roundRect">
            <a:avLst>
              <a:gd name="adj" fmla="val 4000"/>
            </a:avLst>
          </a:prstGeom>
          <a:solidFill>
            <a:srgbClr val="111F3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556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article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words people read — title, paragraphs, tips.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as a simple text file ending in 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(like a Word doc, but plainer).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840480" cy="2743200"/>
          </a:xfrm>
          <a:prstGeom prst="roundRect">
            <a:avLst>
              <a:gd name="adj" fmla="val 4000"/>
            </a:avLst>
          </a:prstGeom>
          <a:solidFill>
            <a:srgbClr val="111F38"/>
          </a:solidFill>
          <a:ln/>
        </p:spPr>
      </p:sp>
      <p:sp>
        <p:nvSpPr>
          <p:cNvPr id="11" name="Shape 9"/>
          <p:cNvSpPr/>
          <p:nvPr/>
        </p:nvSpPr>
        <p:spPr>
          <a:xfrm>
            <a:off x="5120640" y="16916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7556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60720" y="1737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list entry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20640" y="24231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the website “this post exists” so it shows on the blog page.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small block of info: title, date, summary.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 Planning  ·  pul.llc/blog.html  ·  No coding required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 — 3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11F38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1554480"/>
            <a:ext cx="777240" cy="7772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69164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article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file on GitHub with your story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22860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11F38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1554480"/>
            <a:ext cx="777240" cy="7772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69164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20440" y="2560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the list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title, date &amp; summary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22860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11F38"/>
          </a:solidFill>
          <a:ln/>
        </p:spPr>
      </p:sp>
      <p:sp>
        <p:nvSpPr>
          <p:cNvPr id="17" name="Shape 15"/>
          <p:cNvSpPr/>
          <p:nvPr/>
        </p:nvSpPr>
        <p:spPr>
          <a:xfrm>
            <a:off x="7178040" y="1554480"/>
            <a:ext cx="777240" cy="7772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169164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blog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a few minutes → open pul.llc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 Planning  ·  pul.llc/blog.html  ·  No coding required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start — have ready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11F3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1612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121615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“5 tips for your emergency fund”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11F3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391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9842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summary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203911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sentences for the blog card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11F3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620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8072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0" y="286207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author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11F3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850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6301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date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0" y="368503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2026-07-24  (year-month-day)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 Planning  ·  pul.llc/blog.html  ·  No coding required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384048" cy="38404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93192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34747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Create the article file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111F3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143000"/>
            <a:ext cx="347472" cy="347472"/>
          </a:xfrm>
          <a:prstGeom prst="ellipse">
            <a:avLst/>
          </a:prstGeom>
          <a:solidFill>
            <a:srgbClr val="0D3D3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7957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16128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posts folder on GitHub (link on last slide)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111F38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783080"/>
            <a:ext cx="347472" cy="347472"/>
          </a:xfrm>
          <a:prstGeom prst="ellipse">
            <a:avLst/>
          </a:prstGeom>
          <a:solidFill>
            <a:srgbClr val="0D3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1965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180136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green  Add file  →  Create new file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111F3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423160"/>
            <a:ext cx="347472" cy="347472"/>
          </a:xfrm>
          <a:prstGeom prst="ellipse">
            <a:avLst/>
          </a:prstGeom>
          <a:solidFill>
            <a:srgbClr val="0D3D3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5973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44144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simple filename ending in  .md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111F3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063240"/>
            <a:ext cx="347472" cy="347472"/>
          </a:xfrm>
          <a:prstGeom prst="ellipse">
            <a:avLst/>
          </a:prstGeom>
          <a:solidFill>
            <a:srgbClr val="0D3D3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9981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08152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article (use the template next)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111F38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703320"/>
            <a:ext cx="347472" cy="347472"/>
          </a:xfrm>
          <a:prstGeom prst="ellipse">
            <a:avLst/>
          </a:prstGeom>
          <a:solidFill>
            <a:srgbClr val="0D3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3989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372160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down →  Commit changes  → save to  main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 Planning  ·  pul.llc/blog.html  ·  No coding required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Filename rules (very important)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 must be simple so the website can find your post.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2926080"/>
          </a:xfrm>
          <a:prstGeom prst="roundRect">
            <a:avLst>
              <a:gd name="adj" fmla="val 3750"/>
            </a:avLst>
          </a:prstGeom>
          <a:solidFill>
            <a:srgbClr val="111F3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0A3D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GOOD names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emergency-fund-tips.md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what-is-fis.md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saving-for-retirement.md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lowercase · hyphens · ends with .md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3977640" cy="2926080"/>
          </a:xfrm>
          <a:prstGeom prst="roundRect">
            <a:avLst>
              <a:gd name="adj" fmla="val 3750"/>
            </a:avLst>
          </a:prstGeom>
          <a:solidFill>
            <a:srgbClr val="111F38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132588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3D1520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AVOID these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20574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Blog Post.md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 Fund.docx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spaces · no Word files · no symbols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 Planning  ·  pul.llc/blog.html  ·  No coding required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this template, then edit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3611880"/>
          </a:xfrm>
          <a:prstGeom prst="roundRect">
            <a:avLst>
              <a:gd name="adj" fmla="val 2532"/>
            </a:avLst>
          </a:prstGeom>
          <a:solidFill>
            <a:srgbClr val="16224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51560"/>
            <a:ext cx="77724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Your post title here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your first paragraph here. Keep it clear and friendly.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First section heading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You can use bullet points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Like this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Second section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More paragraphs here.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*Educational only — not personalised financial advice.*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 Planning  ·  pul.llc/blog.html  ·  No coding required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384048" cy="38404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93192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34747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Add the post to the list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111F3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97280"/>
            <a:ext cx="347472" cy="347472"/>
          </a:xfrm>
          <a:prstGeom prst="ellipse">
            <a:avLst/>
          </a:prstGeom>
          <a:solidFill>
            <a:srgbClr val="3D2E0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3385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11556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file  posts.json  on GitHub (link on last slide)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111F38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737360"/>
            <a:ext cx="347472" cy="347472"/>
          </a:xfrm>
          <a:prstGeom prst="ellipse">
            <a:avLst/>
          </a:prstGeom>
          <a:solidFill>
            <a:srgbClr val="3D2E0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7393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175564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pencil icon  (Edit this file)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111F3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377440"/>
            <a:ext cx="347472" cy="347472"/>
          </a:xfrm>
          <a:prstGeom prst="ellipse">
            <a:avLst/>
          </a:prstGeom>
          <a:solidFill>
            <a:srgbClr val="3D2E0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1401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39572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new block at the top of the list (example next)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111F3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017520"/>
            <a:ext cx="347472" cy="347472"/>
          </a:xfrm>
          <a:prstGeom prst="ellipse">
            <a:avLst/>
          </a:prstGeom>
          <a:solidFill>
            <a:srgbClr val="3D2E0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5409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03580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sure  slug  matches your filename (without .md)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111F38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657600"/>
            <a:ext cx="347472" cy="347472"/>
          </a:xfrm>
          <a:prstGeom prst="ellipse">
            <a:avLst/>
          </a:prstGeom>
          <a:solidFill>
            <a:srgbClr val="3D2E0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9417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367588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changes  → save to  main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 Planning  ·  pul.llc/blog.html  ·  No coding required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paste into the list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words to match YOUR post. The “slug” must match your filename.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029200" cy="3383280"/>
          </a:xfrm>
          <a:prstGeom prst="roundRect">
            <a:avLst>
              <a:gd name="adj" fmla="val 2703"/>
            </a:avLst>
          </a:prstGeom>
          <a:solidFill>
            <a:srgbClr val="16224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"slug": "emergency-fund-tips",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"5 tips for your emergency fund",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"date": "2026-07-24",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"author": "Your Name",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"excerpt": "Simple steps for an emergency fund.",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"tags": ["savings", "tips"]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23560" y="1051560"/>
            <a:ext cx="3108960" cy="713232"/>
          </a:xfrm>
          <a:prstGeom prst="roundRect">
            <a:avLst>
              <a:gd name="adj" fmla="val 10256"/>
            </a:avLst>
          </a:prstGeom>
          <a:solidFill>
            <a:srgbClr val="111F38"/>
          </a:solidFill>
          <a:ln/>
        </p:spPr>
      </p:sp>
      <p:sp>
        <p:nvSpPr>
          <p:cNvPr id="8" name="Text 6"/>
          <p:cNvSpPr/>
          <p:nvPr/>
        </p:nvSpPr>
        <p:spPr>
          <a:xfrm>
            <a:off x="5806440" y="1143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slug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06440" y="1399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as filename, no .md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1874520"/>
            <a:ext cx="3108960" cy="713232"/>
          </a:xfrm>
          <a:prstGeom prst="roundRect">
            <a:avLst>
              <a:gd name="adj" fmla="val 10256"/>
            </a:avLst>
          </a:prstGeom>
          <a:solidFill>
            <a:srgbClr val="111F38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1965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06440" y="22219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readers see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2697480"/>
            <a:ext cx="3108960" cy="713232"/>
          </a:xfrm>
          <a:prstGeom prst="roundRect">
            <a:avLst>
              <a:gd name="adj" fmla="val 10256"/>
            </a:avLst>
          </a:prstGeom>
          <a:solidFill>
            <a:srgbClr val="111F38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2788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06440" y="3044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YYYY-MM-DD only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23560" y="3520440"/>
            <a:ext cx="3108960" cy="713232"/>
          </a:xfrm>
          <a:prstGeom prst="roundRect">
            <a:avLst>
              <a:gd name="adj" fmla="val 10256"/>
            </a:avLst>
          </a:prstGeom>
          <a:solidFill>
            <a:srgbClr val="111F38"/>
          </a:solidFill>
          <a:ln/>
        </p:spPr>
      </p:sp>
      <p:sp>
        <p:nvSpPr>
          <p:cNvPr id="17" name="Text 15"/>
          <p:cNvSpPr/>
          <p:nvPr/>
        </p:nvSpPr>
        <p:spPr>
          <a:xfrm>
            <a:off x="5806440" y="36118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excerpt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06440" y="38679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short sentence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 Planning  ·  pul.llc/blog.html  ·  No coding required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384048" cy="38404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93192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34747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Check that it’s live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11F3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115568"/>
            <a:ext cx="347472" cy="347472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52144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0789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2–5 minutes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11155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 publishing the website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66420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11F3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1773936"/>
            <a:ext cx="347472" cy="347472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10512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blog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17739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https://pul.llc/blog.html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32257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11F3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432304"/>
            <a:ext cx="347472" cy="347472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6888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23957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post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80560" y="24323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should appear at the top of the list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98094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11F38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090672"/>
            <a:ext cx="347472" cy="347472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2724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05409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and read it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480560" y="3090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card or use ?post=your-slug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63931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11F38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3749040"/>
            <a:ext cx="347472" cy="347472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78561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37124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looks old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480560" y="3749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refresh: Ctrl+Shift+R  (Mac: Cmd+Shift+R)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 Planning  ·  pul.llc/blog.html  ·  No coding required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checklist &amp; helpful links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111F3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Created article file (.md)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Committed on GitHub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Added entry in posts.json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Committed that too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Waited a few minutes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Checked pul.llc/blog.html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868680"/>
            <a:ext cx="3977640" cy="3520440"/>
          </a:xfrm>
          <a:prstGeom prst="roundRect">
            <a:avLst>
              <a:gd name="adj" fmla="val 3117"/>
            </a:avLst>
          </a:prstGeom>
          <a:solidFill>
            <a:srgbClr val="111F38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these links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566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(live)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pul.llc/blog.html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folder (Step 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github.com/olafinancial/olafinancial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blog/posts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file (Step 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…/blog/posts.json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written guide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BLOG_OWNER_GUIDE.md in the repo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 Planning  ·  pul.llc/blog.html  ·  No coding required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Add a Blog Post — Non-Technical Guide</dc:title>
  <dc:subject>Owner instructions for pul.llc blog</dc:subject>
  <dc:creator>Pul Planning</dc:creator>
  <cp:lastModifiedBy>Pul Planning</cp:lastModifiedBy>
  <cp:revision>1</cp:revision>
  <dcterms:created xsi:type="dcterms:W3CDTF">2026-07-25T05:30:25Z</dcterms:created>
  <dcterms:modified xsi:type="dcterms:W3CDTF">2026-07-25T05:30:25Z</dcterms:modified>
</cp:coreProperties>
</file>